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3" name="Text 1"/>
          <p:cNvSpPr/>
          <p:nvPr/>
        </p:nvSpPr>
        <p:spPr>
          <a:xfrm>
            <a:off x="640080" y="21945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0584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Stochastic &amp; Contractive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Encoders, Explained Simply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9144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easy, visual introduction — no heavy math required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Box 7"/>
          <p:cNvSpPr txBox="1"/>
          <p:nvPr/>
        </p:nvSpPr>
        <p:spPr>
          <a:xfrm>
            <a:off x="9116060" y="460375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000" b="1">
                <a:solidFill>
                  <a:schemeClr val="bg1"/>
                </a:solidFill>
              </a:rPr>
              <a:t>B.Jahnavi</a:t>
            </a:r>
            <a:endParaRPr lang="en-IN" altLang="en-US" sz="2000" b="1">
              <a:solidFill>
                <a:schemeClr val="bg1"/>
              </a:solidFill>
            </a:endParaRPr>
          </a:p>
          <a:p>
            <a:r>
              <a:rPr lang="en-IN" altLang="en-US" sz="2000" b="1">
                <a:solidFill>
                  <a:schemeClr val="bg1"/>
                </a:solidFill>
              </a:rPr>
              <a:t>192325043</a:t>
            </a:r>
            <a:endParaRPr lang="en-IN" altLang="en-US" sz="2000" b="1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637790" y="1570990"/>
            <a:ext cx="626999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500" b="1">
                <a:solidFill>
                  <a:schemeClr val="bg1"/>
                </a:solidFill>
              </a:rPr>
              <a:t>           </a:t>
            </a:r>
            <a:r>
              <a:rPr lang="en-IN" altLang="en-US" sz="3000" b="1">
                <a:solidFill>
                  <a:schemeClr val="bg1"/>
                </a:solidFill>
              </a:rPr>
              <a:t>CO5 AT3 - Technical Presentation</a:t>
            </a:r>
            <a:endParaRPr lang="en-IN" altLang="en-US" sz="3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Quick Recap: What Is an Autoencoder?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autoencoder is a neural network that learns to compress data down, then rebuild it back.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EEF3FC"/>
          </a:solidFill>
        </p:spPr>
      </p:sp>
      <p:sp>
        <p:nvSpPr>
          <p:cNvPr id="5" name="Text 3"/>
          <p:cNvSpPr/>
          <p:nvPr/>
        </p:nvSpPr>
        <p:spPr>
          <a:xfrm>
            <a:off x="822960" y="246888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3200400" y="246888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(compress)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2468880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E8934A"/>
          </a:solidFill>
        </p:spPr>
      </p:sp>
      <p:sp>
        <p:nvSpPr>
          <p:cNvPr id="9" name="Text 7"/>
          <p:cNvSpPr/>
          <p:nvPr/>
        </p:nvSpPr>
        <p:spPr>
          <a:xfrm>
            <a:off x="5943600" y="246888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24688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7863840" y="246888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(rebuild)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07040" y="2468880"/>
            <a:ext cx="822960" cy="1097280"/>
          </a:xfrm>
          <a:prstGeom prst="roundRect">
            <a:avLst>
              <a:gd name="adj" fmla="val 11111"/>
            </a:avLst>
          </a:prstGeom>
          <a:solidFill>
            <a:srgbClr val="EEF3FC"/>
          </a:solidFill>
        </p:spPr>
      </p:sp>
      <p:sp>
        <p:nvSpPr>
          <p:cNvPr id="13" name="Text 11"/>
          <p:cNvSpPr/>
          <p:nvPr/>
        </p:nvSpPr>
        <p:spPr>
          <a:xfrm>
            <a:off x="10607040" y="2468880"/>
            <a:ext cx="822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3017520"/>
            <a:ext cx="3657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3017520"/>
            <a:ext cx="3657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0" y="3017520"/>
            <a:ext cx="3657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41280" y="3017520"/>
            <a:ext cx="36576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42062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a plain autoencoder just copies. It has no reason to be robust to noisy inputs, and it can't generate new data on its own.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That's where Stochastic and Contractive encoders come in — two simple upgrades that fix these gaps.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 Stochastic Encoders &amp; Decoders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EF3FC"/>
          </a:solidFill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line: instead of one fixed code, the encoder adds a bit of randomness — like rolling dice — every time it encodes.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EF3FC"/>
          </a:solidFill>
        </p:spPr>
      </p:sp>
      <p:sp>
        <p:nvSpPr>
          <p:cNvPr id="6" name="Shape 4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8382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72491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3127248"/>
            <a:ext cx="37947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encoder doesn't output one exact code. It outputs a small range of possible codes, and one is picked at random each time.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Similarly, the decoder can add or expect a bit of noise on the way out, instead of demanding an exact match.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4688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EF3FC"/>
          </a:solidFill>
        </p:spPr>
      </p:sp>
      <p:sp>
        <p:nvSpPr>
          <p:cNvPr id="11" name="Shape 8"/>
          <p:cNvSpPr/>
          <p:nvPr/>
        </p:nvSpPr>
        <p:spPr>
          <a:xfrm>
            <a:off x="6537960" y="274320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83829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72491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helps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3127248"/>
            <a:ext cx="37947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the model sees slightly different codes every time, it can't just memorize the training data.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forced to learn the general "shape" of the data — which makes it more robust and lets it generate brand-new, realistic examples.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Stochastic: Robust &amp; Generative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43100" y="2057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21643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063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to noise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4747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with randomness, so small real-world noise doesn't confuse 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46420" y="2057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05" y="216438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063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Smooth learning space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0" y="34747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inputs end up close together, with no "gaps" in between.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49740" y="2057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5" y="2164385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3063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create new data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75320" y="34747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it learned a distribution, it can generate new, realistic samples.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E8934A"/>
          </a:solidFill>
        </p:spPr>
      </p:sp>
      <p:sp>
        <p:nvSpPr>
          <p:cNvPr id="19" name="Text 14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difference from a standard autoencoder: it doesn't just copy data — it learns a distribution it can sample from, so it can both handle noise AND generate new content.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Real-World Example: Medical Scans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EEF3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6994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182880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Spotting problems in medical images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468880" y="233172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hospital trains a stochastic autoencoder (a "VAE") only on scans of healthy patients.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8" name="Text 5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3246120"/>
            <a:ext cx="9692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learns what "normal" looks like.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1" name="Text 8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4023360"/>
            <a:ext cx="9692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new scan comes in — the model tries to rebuild it.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4" name="Text 11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4800600"/>
            <a:ext cx="9692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rebuild is poor, something unusual (like a tumor) is probably there — flag it for a doctor to check.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6692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EF3FC"/>
          </a:solidFill>
        </p:spPr>
      </p:sp>
      <p:sp>
        <p:nvSpPr>
          <p:cNvPr id="17" name="Text 14"/>
          <p:cNvSpPr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labeled disease examples needed — the model only has to know what's healthy.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 Contractive Encoders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EF3FC"/>
          </a:solidFill>
        </p:spPr>
      </p:sp>
      <p:sp>
        <p:nvSpPr>
          <p:cNvPr id="4" name="Text 2"/>
          <p:cNvSpPr/>
          <p:nvPr/>
        </p:nvSpPr>
        <p:spPr>
          <a:xfrm>
            <a:off x="914400" y="1417320"/>
            <a:ext cx="10332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line: the encoder is trained to give (almost) the same code even when the input is slightly changed.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EF3FC"/>
          </a:solidFill>
        </p:spPr>
      </p:sp>
      <p:sp>
        <p:nvSpPr>
          <p:cNvPr id="6" name="Shape 4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8382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72491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3127248"/>
            <a:ext cx="37947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add a penalty during training that punishes the encoder whenever tiny changes to the input cause a big change in the code.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"flattens" the encoder — it stops overreacting to small, unimportant wiggles in the data.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4688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EEF3FC"/>
          </a:solidFill>
        </p:spPr>
      </p:sp>
      <p:sp>
        <p:nvSpPr>
          <p:cNvPr id="11" name="Shape 8"/>
          <p:cNvSpPr/>
          <p:nvPr/>
        </p:nvSpPr>
        <p:spPr>
          <a:xfrm>
            <a:off x="6537960" y="2743200"/>
            <a:ext cx="731520" cy="73152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83829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72491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helps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3127248"/>
            <a:ext cx="37947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noise, jitter, or unimportant variation barely moves the code at all.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the stochastic approach, no randomness is used — the robustness comes directly from the training penalty, so it's stable and predictable.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Contractive: Steady &amp; Reliable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43100" y="2057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0085" y="21643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063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Ignores small noise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4747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Tiny input changes barely move the learned code.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46420" y="2057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05" y="216438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3063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what matters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72000" y="34747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sensitive to real, meaningful differences in the data.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141B4D"/>
          </a:solidFill>
          <a:ln w="12700">
            <a:solidFill>
              <a:srgbClr val="2A34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49740" y="2057400"/>
            <a:ext cx="822960" cy="822960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5" y="2164385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3063240"/>
            <a:ext cx="2971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randomness needed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75320" y="347472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input always gives (almost) the same result — very predictable.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E8934A"/>
          </a:solidFill>
        </p:spPr>
      </p:sp>
      <p:sp>
        <p:nvSpPr>
          <p:cNvPr id="19" name="Text 14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difference from a standard autoencoder: a plain autoencoder can be thrown off by tiny input changes. A contractive one is trained to shrug them off.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Real-World Example: Face Recognition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EEF3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6994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182880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Unlocking your phone with your face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468880" y="233172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Lighting changes, small pose shifts, and camera noise all change the picture slightly — but it's still you.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3291840"/>
            <a:ext cx="457200" cy="45720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8" name="Text 5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3246120"/>
            <a:ext cx="9692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contractive encoder is trained on many face photos.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1" name="Text 8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08760" y="4023360"/>
            <a:ext cx="9692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learns to give nearly the same "face code" despite small lighting or angle changes.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4" name="Text 11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08760" y="4800600"/>
            <a:ext cx="9692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unlock time, your new photo's code is compared to your saved code — a close match means access granted.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6692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EF3FC"/>
          </a:solidFill>
        </p:spPr>
      </p:sp>
      <p:sp>
        <p:nvSpPr>
          <p:cNvPr id="17" name="Text 14"/>
          <p:cNvSpPr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annoying "face not recognized" errors caused by everyday lighting or angle changes.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Simple Side-by-Side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40080" y="1554480"/>
          <a:ext cx="1088136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651760"/>
              </a:tblGrid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Stochastic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6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Contractive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it behaves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Always the same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little random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Always the same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Robust to noise?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 (via randomness)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 (via penalty)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 generate new data?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for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Basic compression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Generating &amp; spotting anomalies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Stable, reliable features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4754880" cy="475488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3" name="Shape 1"/>
          <p:cNvSpPr/>
          <p:nvPr/>
        </p:nvSpPr>
        <p:spPr>
          <a:xfrm>
            <a:off x="9966960" y="3931920"/>
            <a:ext cx="4023360" cy="4023360"/>
          </a:xfrm>
          <a:prstGeom prst="ellipse">
            <a:avLst/>
          </a:prstGeom>
          <a:solidFill>
            <a:srgbClr val="141B4D"/>
          </a:solidFill>
        </p:spPr>
      </p:sp>
      <p:sp>
        <p:nvSpPr>
          <p:cNvPr id="4" name="Text 2"/>
          <p:cNvSpPr/>
          <p:nvPr/>
        </p:nvSpPr>
        <p:spPr>
          <a:xfrm>
            <a:off x="0" y="2651760"/>
            <a:ext cx="12161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61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Autoencoders Made Simple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4207</Words>
  <Application>WPS Presentation</Application>
  <PresentationFormat>On-screen Show (16:9)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Jahnavi Bandaru</cp:lastModifiedBy>
  <cp:revision>3</cp:revision>
  <dcterms:created xsi:type="dcterms:W3CDTF">2026-08-27T02:59:00Z</dcterms:created>
  <dcterms:modified xsi:type="dcterms:W3CDTF">2026-08-27T04:50:33Z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D77EC0881F4E4FD58CF52329B5FF6830_13</vt:lpwstr>
  </property>
</Properties>
</file>